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BrandGuard AI  |  Team Synapse (Aman Sharma &amp; Janhavi Kanojia)  |  Slide 1 of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A5E9"/>
                </a:solidFill>
              </a:defRPr>
            </a:pPr>
            <a:r>
              <a:t>INKLOOM AI HACKATHON • ROUND 1: THE MASTER PLAN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</a:defRPr>
            </a:pPr>
            <a:r>
              <a:t>BrandGuard AI</a:t>
            </a:r>
          </a:p>
          <a:p>
            <a:pPr>
              <a:spcAft>
                <a:spcPts val="2400"/>
              </a:spcAft>
              <a:defRPr sz="1900">
                <a:solidFill>
                  <a:srgbClr val="94A3B8"/>
                </a:solidFill>
              </a:defRPr>
            </a:pPr>
            <a:r>
              <a:t>Intelligent Multi-Modal Brand Governance &amp; Pre-Publication Compliance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SUBMITTED BY: TEAM SYNAPSE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• Aman Sharma — Team Leader &amp; Full-Stack / Backend Lead</a:t>
            </a:r>
            <a:br/>
            <a:r>
              <a:t>• Janhavi Kanojia — Frontend &amp; UI/UX Developer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Stack: Python 3.11 • Flask • Werkzeug • Relational SQL • HTML5 • CSS3 • JavaScript (ES6) • Bootstrap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Content Governance Crisis: Empirical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96596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691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2563EB"/>
                </a:solidFill>
              </a:defRPr>
            </a:pPr>
            <a:r>
              <a:t>85%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Have Brand Rules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Only 30% consistently enforce them across operations.</a:t>
            </a:r>
          </a:p>
          <a:p>
            <a:pPr>
              <a:defRPr sz="850" b="1">
                <a:solidFill>
                  <a:srgbClr val="1E293B"/>
                </a:solidFill>
              </a:defRPr>
            </a:pPr>
            <a:r>
              <a:t>Source: Marq / Lucidpress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6304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1" y="1463040"/>
            <a:ext cx="1965960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1691640"/>
            <a:ext cx="1691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2563EB"/>
                </a:solidFill>
              </a:defRPr>
            </a:pPr>
            <a:r>
              <a:t>77%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Publish Off-Brand Collateral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Rogue drafts bypass review due to distributed creator teams.</a:t>
            </a:r>
          </a:p>
          <a:p>
            <a:pPr>
              <a:defRPr sz="850" b="1">
                <a:solidFill>
                  <a:srgbClr val="1E293B"/>
                </a:solidFill>
              </a:defRPr>
            </a:pPr>
            <a:r>
              <a:t>Source: Marq 400+ Org Survey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46304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463040"/>
            <a:ext cx="196596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1691640"/>
            <a:ext cx="1691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2563EB"/>
                </a:solidFill>
              </a:defRPr>
            </a:pPr>
            <a:r>
              <a:t>63%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Cite AI Compliance Bottlenecks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Marketing leaders cite brand risk as barrier #1 to scaling AI.</a:t>
            </a:r>
          </a:p>
          <a:p>
            <a:pPr>
              <a:defRPr sz="850" b="1">
                <a:solidFill>
                  <a:srgbClr val="1E293B"/>
                </a:solidFill>
              </a:defRPr>
            </a:pPr>
            <a:r>
              <a:t>Source: Gartner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46304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0336" y="1463040"/>
            <a:ext cx="1965960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691640"/>
            <a:ext cx="1691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2563EB"/>
                </a:solidFill>
              </a:defRPr>
            </a:pPr>
            <a:r>
              <a:t>81.0%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WCAG Contrast Failures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Top 1M sites average 34.5 visual contrast errors per page.</a:t>
            </a:r>
          </a:p>
          <a:p>
            <a:pPr>
              <a:defRPr sz="850" b="1">
                <a:solidFill>
                  <a:srgbClr val="1E293B"/>
                </a:solidFill>
              </a:defRPr>
            </a:pPr>
            <a:r>
              <a:t>Source: WebAIM Million 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46304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36608" y="1463040"/>
            <a:ext cx="196596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1691640"/>
            <a:ext cx="1691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2563EB"/>
                </a:solidFill>
              </a:defRPr>
            </a:pPr>
            <a:r>
              <a:t>4,000+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Annual ADA Lawsuits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</a:defRPr>
            </a:pPr>
            <a:r>
              <a:t>Targeting non-compliant digital color contrast and missing tags.</a:t>
            </a:r>
          </a:p>
          <a:p>
            <a:pPr>
              <a:defRPr sz="850" b="1">
                <a:solidFill>
                  <a:srgbClr val="1E293B"/>
                </a:solidFill>
              </a:defRPr>
            </a:pPr>
            <a:r>
              <a:t>Source: UsableNet ADA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Liability is No Longer Hypothetical: Real Documented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375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2024: Moffatt v. Air Canada (CRT 149)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Strict Liability for AI Misinformation</a:t>
            </a:r>
          </a:p>
          <a:p>
            <a:pPr>
              <a:spcAft>
                <a:spcPts val="1000"/>
              </a:spcAft>
              <a:defRPr sz="950">
                <a:solidFill>
                  <a:srgbClr val="64748B"/>
                </a:solidFill>
              </a:defRPr>
            </a:pPr>
            <a:r>
              <a:t>Air Canada's chatbot fabricated bereavement discount policy terms. The airline claimed the chatbot was a 'separate legal entity'. The tribunal firmly rejected this, holding Air Canada strictly liable for negligent misrepresentation.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t>Key Finding: Precedent: Organizations are 100% legally liable for unvetted automated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375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2024: FTC Operation AI Comply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Federal Crackdown on Unsubstantiated Claims</a:t>
            </a:r>
          </a:p>
          <a:p>
            <a:pPr>
              <a:spcAft>
                <a:spcPts val="1000"/>
              </a:spcAft>
              <a:defRPr sz="950">
                <a:solidFill>
                  <a:srgbClr val="64748B"/>
                </a:solidFill>
              </a:defRPr>
            </a:pPr>
            <a:r>
              <a:t>The US FTC launched enforcement under Section 5 against misleading claims: DoNotPay was fined $193,000 for unbacked 'robot lawyer' marketing; Rytr penalized for unverified reviews.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t>Key Finding: Precedent: Marketing superlatives ('#1', 'guaranteed') mandate pre-verified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375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2024: WebAIM Million Audit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Pervasive Visual Compliance Failures</a:t>
            </a:r>
          </a:p>
          <a:p>
            <a:pPr>
              <a:spcAft>
                <a:spcPts val="1000"/>
              </a:spcAft>
              <a:defRPr sz="950">
                <a:solidFill>
                  <a:srgbClr val="64748B"/>
                </a:solidFill>
              </a:defRPr>
            </a:pPr>
            <a:r>
              <a:t>95.9% of top 1,000,000 homepages had detectable WCAG failures. Low-contrast text affected 81.0% of pages, directly driving 4,000+ ADA federal lawsuits in a single year.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t>Key Finding: Precedent: Visual contrast cannot be subjective; automated checks are essential.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1069848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“AI-generated statements remain the company's responsibility.”  —  THE GOVERNANCE GAP IS NOW A LEGAL EXPOSURE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Built for Every Decision-Maker in the Review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188720" cy="23774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CREATOR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Priya Sharma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</a:defRPr>
            </a:pPr>
            <a:r>
              <a:t>Senior Content Copywriter</a:t>
            </a:r>
          </a:p>
          <a:p>
            <a:pPr>
              <a:spcAft>
                <a:spcPts val="1000"/>
              </a:spcAft>
              <a:defRPr sz="900">
                <a:solidFill>
                  <a:srgbClr val="EF4444"/>
                </a:solidFill>
              </a:defRPr>
            </a:pPr>
            <a:r>
              <a:t>Pain: Tone drift · slow review bottlenecks</a:t>
            </a:r>
            <a:br/>
            <a:r>
              <a:t>Needs instant non-punitive feedback; wastes 4.5 hrs/week in vague review loops.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Solution:</a:t>
            </a:r>
            <a:br/>
            <a:r>
              <a:t>BrandGuard: Inline scanner + 1-click tone-preserving suggested rewrites.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645920"/>
            <a:ext cx="1188720" cy="23774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19659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Marcus Vance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</a:defRPr>
            </a:pPr>
            <a:r>
              <a:t>Lead Visual Designer</a:t>
            </a:r>
          </a:p>
          <a:p>
            <a:pPr>
              <a:spcAft>
                <a:spcPts val="1000"/>
              </a:spcAft>
              <a:defRPr sz="900">
                <a:solidFill>
                  <a:srgbClr val="EF4444"/>
                </a:solidFill>
              </a:defRPr>
            </a:pPr>
            <a:r>
              <a:t>Pain: Color codes · WCAG contrast failures</a:t>
            </a:r>
            <a:br/>
            <a:r>
              <a:t>Manual eye-dropper checks miss contrast errors; 81% of banners fail WCAG AA.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Solution:</a:t>
            </a:r>
            <a:br/>
            <a:r>
              <a:t>BrandGuard: OpenCV hex extraction + WCAG AA 4.5:1 mathematical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1188720" cy="23774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Elena Rostova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</a:defRPr>
            </a:pPr>
            <a:r>
              <a:t>VP of Brand Operations</a:t>
            </a:r>
          </a:p>
          <a:p>
            <a:pPr>
              <a:spcAft>
                <a:spcPts val="1000"/>
              </a:spcAft>
              <a:defRPr sz="900">
                <a:solidFill>
                  <a:srgbClr val="EF4444"/>
                </a:solidFill>
              </a:defRPr>
            </a:pPr>
            <a:r>
              <a:t>Pain: Queue overload · lack of version control</a:t>
            </a:r>
            <a:br/>
            <a:r>
              <a:t>77% of teams publish off-brand collateral; overwhelmed by manual Slack queues.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Solution:</a:t>
            </a:r>
            <a:br/>
            <a:r>
              <a:t>BrandGuard: Unified approval queue, side-by-side diff review, version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1188720" cy="23774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9659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David Chen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</a:defRPr>
            </a:pPr>
            <a:r>
              <a:t>Corporate Legal Counsel</a:t>
            </a:r>
          </a:p>
          <a:p>
            <a:pPr>
              <a:spcAft>
                <a:spcPts val="1000"/>
              </a:spcAft>
              <a:defRPr sz="900">
                <a:solidFill>
                  <a:srgbClr val="EF4444"/>
                </a:solidFill>
              </a:defRPr>
            </a:pPr>
            <a:r>
              <a:t>Pain: FTC Section 5 penalty exposure</a:t>
            </a:r>
            <a:br/>
            <a:r>
              <a:t>High risk from unverified superlatives ('#1', 'guaranteed') and expired claims.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Solution:</a:t>
            </a:r>
            <a:br/>
            <a:r>
              <a:t>BrandGuard: Automated claim cross-referencing against an Approved Fact Bank.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Four Pillars of Pre-Publication Brand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5448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Synchronous Gate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Multi-modal checks before publish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Evaluates text copy (headlines, body, disclaimers) and visual assets (hex codes, contrast, embedded banner text) simultaneously in &lt;1.5s.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73152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5448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Explainable Citations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Every flag maps to a rule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Zero black-box rejections. Every violation cites: [Guideline ID] + [Chapter] + [Specific Rationale] + [Approved Fact Source URL].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73152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0332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1-Click Suggestions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Fixes preserve tone and intent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Generates context-aware rewrites that eliminate legal risk without homogenizing the author's creative voice.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1188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611880"/>
            <a:ext cx="73152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70332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Human Stage-Gates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People retain final authority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Non-negotiable human-in-the-loop control plane: Creator Draft -&gt; Automated Engine Screening -&gt; Manager Approval -&gt; Signed Certificate.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06440"/>
            <a:ext cx="1069848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GOVERN  ➔  EXPLAIN  ➔  REMEDIATE  ➔  APPROVE  —  THE CONTROL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One Governed Path from Knowledge to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35608" y="1828800"/>
            <a:ext cx="548640" cy="548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16916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Ingest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2563EB"/>
                </a:solidFill>
              </a:defRPr>
            </a:pPr>
            <a:r>
              <a:t>Guidelines + Token Config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Admin uploads brand rules, forbidden dictionary, verified claims, brand hexes (#0F172A, #2563EB) &amp; logo templates into 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55448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79" y="1828800"/>
            <a:ext cx="548640" cy="54864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1" y="2514600"/>
            <a:ext cx="16916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Submit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0EA5E9"/>
                </a:solidFill>
              </a:defRPr>
            </a:pPr>
            <a:r>
              <a:t>Multi-Format Upload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Creator inputs copy via editor or uploads assets (.txt, .md, .docx, .png, .jpg, .pdf) through Werkzeug secure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55448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88152" y="1828800"/>
            <a:ext cx="548640" cy="5486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514600"/>
            <a:ext cx="16916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Evaluate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F59E0B"/>
                </a:solidFill>
              </a:defRPr>
            </a:pPr>
            <a:r>
              <a:t>Four Engines in Parallel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NLP tone analyzer, claim verification engine, PyTesseract OCR, &amp; OpenCV contrast run concurrently in &lt;1.2s.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55448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3" y="182880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514600"/>
            <a:ext cx="16916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Remediate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10B981"/>
                </a:solidFill>
              </a:defRPr>
            </a:pPr>
            <a:r>
              <a:t>Interactive 1-Click Fixes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Creator views real-time Brand Score (0-100), inline warning badges, &amp; accepts 1-click tone-preserving rewrites.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55448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0696" y="1828800"/>
            <a:ext cx="548640" cy="548640"/>
          </a:xfrm>
          <a:prstGeom prst="ellipse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514600"/>
            <a:ext cx="16916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Sign Off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1E293B"/>
                </a:solidFill>
              </a:defRPr>
            </a:pPr>
            <a:r>
              <a:t>Stage-Gate + Audit Log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Authorized manager reviews exceptions, grants final sign-off, and exports tamper-proof Compliance Certificate.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Four Specialized Engines. One Defensible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7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4688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Tone &amp; Voice Calibrator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Calibrates text across 5 enterprise voice polarities. Rebalances hyperbole and robotic phrasing while retaining author intent.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54480"/>
            <a:ext cx="2468880" cy="6400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3774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Claims Fact-Checker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Validates statistics against SQL Approved Facts bank. Flags unbacked superlatives ('#1', 'guaranteed') and monitors claim expiration.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468880" cy="6400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Visual &amp; Accessibility Inspector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PyTesseract OCR extracts banner text. OpenCV K-Means clusters palettes. WCAG 2.1 AA formula verifies 4.5:1 contrast ratios.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3774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</a:defRPr>
            </a:pPr>
            <a:r>
              <a:t>Guideline Clarity Index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Aggregates repeated infractions, creator disputes, and manual overrides to surface ambiguous brand rules for executive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Text Intelligence That Corrects — Not Homogenizes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8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ENGINE 1  /  TONE &amp; VOICE CALIBRATOR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Calibrate voice across 5 polarity axes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Polarity Vectors: Professional/Casual, Empathetic/Clinical, Authoritative/Aggressive, Concise/Verbose, Inclusive/Exclusionary.</a:t>
            </a:r>
            <a:br/>
            <a:r>
              <a:t>• Detects hyperbole, jargon, and robotic phrasing without stripping creative personality.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ENGINE 2  /  TRUTH &amp; CLAIMS FACT-CHECKER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Verify every claim against verified evidence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Algorithm: BM25 lexical ranking + vector cosine similarity against SQL evidence bank.</a:t>
            </a:r>
            <a:br/>
            <a:r>
              <a:t>• FTC Guardrail: Identifies superlatives ('#1', '100% guarantee') lacking audited evidence.</a:t>
            </a:r>
            <a:br/>
            <a:r>
              <a:t>• Expiration Tracking: Flags outdated performance statistics.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REAL-WORLD INLINE REMEDIATION DEMONSTRATION</a:t>
            </a:r>
          </a:p>
          <a:p>
            <a:pPr>
              <a:spcAft>
                <a:spcPts val="400"/>
              </a:spcAft>
              <a:defRPr sz="1100" b="1">
                <a:solidFill>
                  <a:srgbClr val="FCA5A5"/>
                </a:solidFill>
              </a:defRPr>
            </a:pPr>
            <a:r>
              <a:t>❌ FLAGGED DRAFT COPY:  “Our revolutionary, #1 AI platform in the world guarantees 100% perfect marketing results with zero effort.”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   [Why Flagged? Rule 4.2: FTC Section 5 Unsubstantiated Claim • Rule 2.1: Hyperbolic Superlative ('revolutionary', '100% perfect')]</a:t>
            </a:r>
          </a:p>
          <a:p>
            <a:pPr>
              <a:defRPr sz="1150" b="1">
                <a:solidFill>
                  <a:srgbClr val="6EE7B7"/>
                </a:solidFill>
              </a:defRPr>
            </a:pPr>
            <a:r>
              <a:t>✅ TONE-PRESERVING SUGGESTED FIX:  “Our award-winning platform, shown in audited benchmarks to accelerate review velocity, helps teams maintain brand consistency with cited guidance.”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See Compliance Risks Hidden Inside the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9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ENGINE 3  /  VISUAL &amp; ACCESSIBILITY INSPECTOR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OCR + Palette + Contrast Algorithms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Text-in-Image Extraction: PyTesseract scans marketing banners, carousel decks, and PDFs to detect unvetted text embedded in graphics.</a:t>
            </a:r>
            <a:br/>
            <a:br/>
            <a:r>
              <a:t>• Palette Clustering: OpenCV K-Means clustering (k=5) identifies dominant hex codes and flags unapproved off-brand shades.</a:t>
            </a:r>
            <a:br/>
            <a:br/>
            <a:r>
              <a:t>• WCAG 2.1 AA Mathematical Contrast: Evaluates relative luminance using the formula:</a:t>
            </a:r>
            <a:br/>
            <a:r>
              <a:t>  Ratio = (L1 + 0.05) / (L2 + 0.05) &gt;= 4.5:1</a:t>
            </a:r>
            <a:br/>
            <a:r>
              <a:t>  Flags unreadable text before publication, eliminating ADA Title III exposure.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ENGINE 4  /  GUIDELINE CLARITY INDEX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Govern the Guidelines (Continuous Improvement)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Friction Intelligence: Tracks dispute rates and manual overrides to surface ambiguous or conflicting brand rules.</a:t>
            </a:r>
            <a:br/>
            <a:br/>
            <a:r>
              <a:t>• Repeated Mistake Heatmap: Highlights top 5 recurring infractions across teams and external agencies.</a:t>
            </a:r>
            <a:br/>
            <a:br/>
            <a:r>
              <a:t>• Executive Feedback Loop: Transforms daily review friction into actionable intelligence for brand directors to update the corporate brand book.</a:t>
            </a:r>
            <a:br/>
            <a:br/>
            <a:r>
              <a:t>• Trend Analytics: Quantifies brand score improvements across teams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Production-Ready Technology, Layered for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10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011680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0876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HTML5 · CSS3 · JS ES6 · Bootstrap 5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Responsive governance console, Side-by-Side Diff UI, dynamic Brand Health score counter, canvas inspector, review offcanvas.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2011680" cy="8686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Python 3.11+ · Flask · Werkzeug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Modular Flask Blueprints (auth, guidelines, scanner, review, analytics), secure routing, RESTful JSON API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20116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2900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PBKDF2 · RBAC · Secure File Handling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Werkzeug security, secure_filename sanitization, SHA-256 asset checksums, strict Role-Based Access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2011680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AI ENGINES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38912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LLM API · PyTesseract · OpenCV · Pillow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Structured JSON NLP schema parsing, OCR rasterized text extraction, K-Means color clustering, WCAG contrast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303520"/>
            <a:ext cx="2011680" cy="868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34924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PostgreSQL / SQLite · SQLAlchemy ORM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Relational data schema, verified fact vault, versioned submissions, immutable audit trails, asset metadata.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Traceability is a Data Architecture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11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TABLE: users  </a:t>
            </a:r>
            <a:r>
              <a:rPr sz="1000" b="1">
                <a:solidFill>
                  <a:srgbClr val="64748B"/>
                </a:solidFill>
              </a:rPr>
              <a:t>• RBAC Identity Core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id (PK), name, email, password_hash (Werkzeug), role (CREATOR, REVIEWER, MANAGER, ADMIN), 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TABLE: brand_guidelines  </a:t>
            </a:r>
            <a:r>
              <a:rPr sz="1000" b="1">
                <a:solidFill>
                  <a:srgbClr val="64748B"/>
                </a:solidFill>
              </a:rPr>
              <a:t>• Rules Engine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id (PK), category (TONE, CLAIM, VISUAL, ACCESSIBILITY), rule_title, rule_description, severity, forbidden_patterns (JSON)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TABLE: approved_facts  </a:t>
            </a:r>
            <a:r>
              <a:rPr sz="1000" b="1">
                <a:solidFill>
                  <a:srgbClr val="64748B"/>
                </a:solidFill>
              </a:rPr>
              <a:t>• Evidence Truth Bank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id (PK), topic, claim_statement, approved_source_link, expiration_date, is_active, created_at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8036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71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TABLE: submissions  </a:t>
            </a:r>
            <a:r>
              <a:rPr sz="1000" b="1">
                <a:solidFill>
                  <a:srgbClr val="64748B"/>
                </a:solidFill>
              </a:rPr>
              <a:t>• Content Pipeline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id (PK), title, content_type (TEXT, IMAGE, PDF), raw_content, file_path, creator_id (FK), status, compliance_score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TABLE: evaluation_flags  </a:t>
            </a:r>
            <a:r>
              <a:rPr sz="1000" b="1">
                <a:solidFill>
                  <a:srgbClr val="64748B"/>
                </a:solidFill>
              </a:rPr>
              <a:t>• Granular Citations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id (PK), submission_id (FK), guideline_id (FK), flag_type, flagged_snippet, explanation, suggested_fix,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891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TABLE: review_logs  </a:t>
            </a:r>
            <a:r>
              <a:rPr sz="1000" b="1">
                <a:solidFill>
                  <a:srgbClr val="64748B"/>
                </a:solidFill>
              </a:rPr>
              <a:t>• Immutable Audit Trail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id (PK), submission_id (FK), actor_id (FK), action (SUBMIT, FIX_APPLIED, OVERRIDDEN, APPROVED), comment, timestamp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06440"/>
            <a:ext cx="1069848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EVERY FLAG LINKS: RULE  ➔  EVIDENCE  ➔  REVIEWER  ➔  DECISION  (100% AUDITABLE)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Responsible AI, Designed into the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12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46888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01 • FINAL HUMAN VETO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No Auto-Publishing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AI strictly provides diagnostics and suggestions. System architecture prohibits autonomous publishing without explicit manager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54480"/>
            <a:ext cx="2468880" cy="5486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02 • ASSET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Zero Data Retention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Embargoed copy and internal product specs remain in private local storage. Third-party API calls enforce zero-retention to prevent model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46888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03 • 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Rule-Level Citations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Aligns with NIST AI Risk Management Framework 1.0. Zero black-box rejections; every flag links to a documented rule ID and evidence URL.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554480"/>
            <a:ext cx="2468880" cy="548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04 • INCLUSIVE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Bias Mitigation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Audits for non-inclusive and exclusionary terms without homogenizing regional voice, brand humor, or cultural nuance.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Six Weeks from Architecture to Governed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13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Execution Sprint Milestones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W1: Architecture &amp; RBAC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Flask application scaffolding, Werkzeug authentication, SQLAlchemy database models, and guideline upload hub.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W2–3: Multi-Modal Engines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NLP tone calibrator, claim verification engine, PyTesseract OCR, OpenCV palette clustering, &amp; WCAG contrast.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W4–5: Interactive UI &amp; Workflows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Bootstrap 5 review studio, side-by-side diff viewer, 1-click suggestion acceptance, &amp; stage-gate approval queue.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W6: Analytics &amp; QA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Guideline Clarity Index heatmap, PDF compliance certificate export, unit tests (&gt;85% coverage), &amp; demo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Team Synapse — Role Allocation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Aman Sharma (Team Leader) • Backend, AI &amp; Security Lead</a:t>
            </a:r>
          </a:p>
          <a:p>
            <a:pPr>
              <a:spcAft>
                <a:spcPts val="1000"/>
              </a:spcAft>
              <a:defRPr sz="950">
                <a:solidFill>
                  <a:srgbClr val="64748B"/>
                </a:solidFill>
              </a:defRPr>
            </a:pPr>
            <a:r>
              <a:t>Owns Flask blueprints, Werkzeug authentication, SQL data models, NLP prompting pipeline, OpenCV vision checks, &amp; system integration.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Janhavi Kanojia • Frontend &amp; UI/UX Developer</a:t>
            </a:r>
          </a:p>
          <a:p>
            <a:pPr>
              <a:spcAft>
                <a:spcPts val="1000"/>
              </a:spcAft>
              <a:defRPr sz="950">
                <a:solidFill>
                  <a:srgbClr val="64748B"/>
                </a:solidFill>
              </a:defRPr>
            </a:pPr>
            <a:r>
              <a:t>Owns HTML5/CSS3 architecture, Bootstrap 5 responsive layout, side-by-side red/green diff viewer, dynamic score rings, &amp; canvas inspector.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Product &amp; Compliance Architecture • Shared Governance Contract</a:t>
            </a:r>
          </a:p>
          <a:p>
            <a:pPr>
              <a:spcAft>
                <a:spcPts val="1000"/>
              </a:spcAft>
              <a:defRPr sz="950">
                <a:solidFill>
                  <a:srgbClr val="64748B"/>
                </a:solidFill>
              </a:defRPr>
            </a:pPr>
            <a:r>
              <a:t>Brand guideline test datasets, FTC Section 5 guardrail policies, prompt calibration, &amp; quality assurance test suites.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INKLOOM AI HACKATHON • ROUND 1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Governance Shifts from Bottleneck to Growth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BrandGuard AI  |  Team Synapse (Aman Sharma &amp; Janhavi Kanojia)  |  Slide 14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70%+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Review Speed Acceleration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Screening reduced from 48+ hours to under 1.5 seconds per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−45%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Revision Cycles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Creators self-correct before manager review using 1-click suggestions.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A5E9"/>
                </a:solidFill>
              </a:defRPr>
            </a:pPr>
            <a:r>
              <a:t>+10–33%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Revenue Growth Benchmark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Documented revenue lift from consistent multi-channel branding (Marq).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Pre-Publish Interception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Zero unverified promotional superlatives reaching public channels (FTC).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698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WORKFLOW BENCHMARK INDEX: TRADITIONAL REVIEW VS. BRANDGUARD AI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Review Velocity:  Traditional: 30% (48-72h lag)  ➔  BrandGuard: 100% (&lt;1.5s automated screening)  [+70% Improvement]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Revision Efficiency:  Traditional: 55% (3 rounds avg)  ➔  BrandGuard: 100% (Self-remediation with 1-click fixes)  [+45% Efficiency]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WCAG Contrast Readiness:  Traditional: 19% (81% failure)  ➔  BrandGuard: 100% (Mathematical 4.5:1 ratio enforced)  [+81% Compliance]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FTC Claims Compliance:  Traditional: 72% (Unverified stats)  ➔  BrandGuard: 100% (Strict Evidence Bank cross-referencing)  [Zero Liability Risk]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BrandGuard AI  |  Team Synapse (Aman Sharma &amp; Janhavi Kanojia)  |  Slide 15 of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A5E9"/>
                </a:solidFill>
              </a:defRPr>
            </a:pPr>
            <a:r>
              <a:t>FROM BRAND RULES TO BRAND CONFIDENCE</a:t>
            </a:r>
          </a:p>
          <a:p>
            <a:pPr>
              <a:spcAft>
                <a:spcPts val="1600"/>
              </a:spcAft>
              <a:defRPr sz="3800" b="1">
                <a:solidFill>
                  <a:srgbClr val="F8FAFC"/>
                </a:solidFill>
              </a:defRPr>
            </a:pPr>
            <a:r>
              <a:t>BrandGuard AI is Ready for Round 2.</a:t>
            </a:r>
          </a:p>
          <a:p>
            <a:pPr>
              <a:spcAft>
                <a:spcPts val="2800"/>
              </a:spcAft>
              <a:defRPr sz="1350">
                <a:solidFill>
                  <a:srgbClr val="CBD5E1"/>
                </a:solidFill>
              </a:defRPr>
            </a:pPr>
            <a:r>
              <a:t>• Empirically Grounded: Engineered to solve verified gaps published by Marq, Gartner, WebAIM, and the FTC.</a:t>
            </a:r>
            <a:br/>
            <a:r>
              <a:t>• Multi-Modal Precision: Synchronously analyzes textual claims, tone, image hex palettes, and visual contrast.</a:t>
            </a:r>
            <a:br/>
            <a:r>
              <a:t>• Educational &amp; Non-Destructive: Explains the 'why' and preserves creator intent with 1-click fixes.</a:t>
            </a:r>
            <a:br/>
            <a:r>
              <a:t>• Human-in-the-Loop Control: Absolute manager approval authority backed by immutable audit trails.</a:t>
            </a:r>
            <a:br/>
            <a:r>
              <a:t>• Battle-Tested Stack: Pure Python, Flask, Werkzeug, Relational SQL, and Bootstrap 5 architecture.</a:t>
            </a:r>
          </a:p>
          <a:p>
            <a:pPr>
              <a:defRPr sz="1500" b="1">
                <a:solidFill>
                  <a:srgbClr val="2563EB"/>
                </a:solidFill>
              </a:defRPr>
            </a:pPr>
            <a:r>
              <a:t>BUILD THE FUNCTIONAL PROTOTYPE ➔  TEAM SYNAPSE IS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BrandGuard AI  |  Team Synapse (Aman Sharma &amp; Janhavi Kanojia)  |  Slide 16 of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</a:defRPr>
            </a:pPr>
            <a:r>
              <a:t>BRANDGUARD AI  ×  INKLOOM AI HACKATHON</a:t>
            </a:r>
          </a:p>
          <a:p>
            <a:pPr>
              <a:spcAft>
                <a:spcPts val="1200"/>
              </a:spcAft>
              <a:defRPr sz="5000" b="1">
                <a:solidFill>
                  <a:srgbClr val="F8FAFC"/>
                </a:solidFill>
              </a:defRPr>
            </a:pPr>
            <a:r>
              <a:t>Thank you.</a:t>
            </a:r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</a:defRPr>
            </a:pPr>
            <a:r>
              <a:t>Questions, challenges, and collaboration welcome.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TEAM SYNAPSE:  Aman Sharma (Team Leader)  •  Janhavi Kanojia (Frontend Dev)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